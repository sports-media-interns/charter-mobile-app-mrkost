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7" r:id="rId2"/>
    <p:sldId id="256" r:id="rId3"/>
    <p:sldId id="263" r:id="rId4"/>
    <p:sldId id="257" r:id="rId5"/>
    <p:sldId id="264" r:id="rId6"/>
    <p:sldId id="265" r:id="rId7"/>
    <p:sldId id="266" r:id="rId8"/>
    <p:sldId id="267" r:id="rId9"/>
    <p:sldId id="258" r:id="rId10"/>
    <p:sldId id="262" r:id="rId11"/>
    <p:sldId id="261" r:id="rId12"/>
    <p:sldId id="260" r:id="rId13"/>
    <p:sldId id="259" r:id="rId14"/>
    <p:sldId id="268" r:id="rId15"/>
    <p:sldId id="270" r:id="rId16"/>
    <p:sldId id="269" r:id="rId17"/>
    <p:sldId id="271" r:id="rId18"/>
    <p:sldId id="272" r:id="rId19"/>
    <p:sldId id="273" r:id="rId20"/>
    <p:sldId id="274" r:id="rId21"/>
    <p:sldId id="275" r:id="rId22"/>
    <p:sldId id="276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F93DB-3BA5-B615-813B-18BC5D5E01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065069-0DDD-2AD9-942F-6BFD1457FB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0FE14E-8195-6E69-6B98-186379EB5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69C8A-6888-40A8-895D-6DC5033E6191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5A31D4-18A3-A9BA-70AD-D697BE35A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749D80-6191-60E9-127B-D91DF2288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669D-EBF4-4B5C-86E3-FB4F68212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356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5C3DB-3A6C-927A-2DAE-3417782DD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C38CD3-D0E3-B011-C663-6BB2C9F412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0F603E-97CD-35EC-5A61-1AE9090EE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69C8A-6888-40A8-895D-6DC5033E6191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333437-560E-C057-CC2D-8BE8ADEAD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830ABD-130E-B855-9D39-098612D3C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669D-EBF4-4B5C-86E3-FB4F68212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303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E1424-047C-BF28-53A7-01EC7F81A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89F377-59AB-4C1A-486A-1906DDB38A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30B455-AF6A-B289-6F6A-1EF674542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69C8A-6888-40A8-895D-6DC5033E6191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6896B9-E8A2-4981-AEA8-BF742D96C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665BC0-7BD0-8C47-1156-A640EC323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669D-EBF4-4B5C-86E3-FB4F68212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528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43D63-BCDF-A81C-F9E0-3DCD5E4E0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52112E-1307-2AC4-6F5C-692E0528CD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FB1975-CD6C-667E-BEF4-3296663747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9AD8E7-1DDD-D6C4-6889-532F3A8E2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69C8A-6888-40A8-895D-6DC5033E6191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434B5F-57AA-7445-C5F5-3C8CE8C5A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6375A7-523E-E9C8-F01B-9D4967F36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669D-EBF4-4B5C-86E3-FB4F68212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40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4CC87-132E-E868-F519-9E623E31F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4FB605-3A93-5C24-C2B3-834983DA64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E4ADE9-F63F-F7CD-155B-1F363E67AD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7767DB-96CA-40BA-9700-7F348257B2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375BBC-2F96-3E19-5AA9-690AEB5345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3646FF-6B3B-2922-BFBA-A926145B0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69C8A-6888-40A8-895D-6DC5033E6191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4DB33D-6BE9-C22B-6968-3FC4F2FDA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3E946F-5D81-648F-3600-8EF059C5F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669D-EBF4-4B5C-86E3-FB4F68212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19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2F0C4-A411-11C5-E40A-857FDBA08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8C86BA-5AD2-9B28-81EF-93CE20A7D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69C8A-6888-40A8-895D-6DC5033E6191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4E4BC7-8EDC-7494-38F8-18C864808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F1DB19-FC55-951A-C0AE-C3FC49DE2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669D-EBF4-4B5C-86E3-FB4F68212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522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520C06-2F62-78CE-B6DB-5FF584EE0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69C8A-6888-40A8-895D-6DC5033E6191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1A080A-BB51-EAEC-A2C6-1CBD94D65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9A7851-D6A7-6E60-1A83-3DBFB402A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669D-EBF4-4B5C-86E3-FB4F68212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72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075E3-BB27-F37F-3DF0-18A9F7167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766E7-CA5B-4B66-ADE2-C7BFA048E5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38E683-0528-459C-5D90-1112891D5E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AF7AE6-AE36-6955-7327-4B2DE7D75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69C8A-6888-40A8-895D-6DC5033E6191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653EFA-AD4E-DB0E-D271-343BC30CB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C0E9BB-E1F7-84B8-F65B-0F8D5116D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669D-EBF4-4B5C-86E3-FB4F68212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691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7D851-189A-3FC7-122B-94D7F984C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01B1A3-75BA-F237-90BE-DC2C6D6FB9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754AE6-29A5-70DD-4E16-421EC4C3A5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848A55-1022-AE39-27C6-983892AD7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69C8A-6888-40A8-895D-6DC5033E6191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77D8C6-8116-C30A-E7A4-19E6E16F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840C0F-0B8C-F108-FB0A-BCED56C39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669D-EBF4-4B5C-86E3-FB4F68212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963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F4849-AC07-860C-B49F-777A98E57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2F5F3C-A9BD-8507-0AAB-7B50CA765B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18DDAA-F76E-E9D0-858E-0DAEB3A5A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69C8A-6888-40A8-895D-6DC5033E6191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98E940-AB59-DB39-1E0E-2257AABAC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D2D57B-BDB3-E176-8855-E9D01CB97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669D-EBF4-4B5C-86E3-FB4F68212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925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685354-F1E1-6266-39BF-561CE256B1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4F244E-CC82-1197-CEBB-A833DC240C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2B6BF7-D33A-E5EF-3844-D9F774F58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69C8A-6888-40A8-895D-6DC5033E6191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D1086-D4BA-7CE2-26CB-0EEA0693A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AE7762-5BFE-0071-2B30-C6A1D59F2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669D-EBF4-4B5C-86E3-FB4F68212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341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011C56-E765-8982-8675-15170E0E2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ADA818-484F-AAD2-72A3-CC8F01F726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7E850F-8DA5-0F6E-827D-388087B684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069C8A-6888-40A8-895D-6DC5033E6191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9B4D54-6A88-1E95-8D1D-83BE50D7F1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DA3C66-620F-7B33-3588-85CF6C8808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16669D-EBF4-4B5C-86E3-FB4F68212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753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76B515-C2D1-7AF9-2EFD-80A4526FF1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4310" y="0"/>
            <a:ext cx="48633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33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4E2CE40-6660-9C94-FA18-A0C0B22FD9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4828" y="0"/>
            <a:ext cx="56823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646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C68B43-0A6A-F61B-6B29-C93B9D2F4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0469" y="785443"/>
            <a:ext cx="5811061" cy="528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080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20763A2-7C78-B032-707E-969FC81107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8226" y="0"/>
            <a:ext cx="47755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366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DDD9DE-A36F-6CFA-68AE-83617F3B78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8575" y="723522"/>
            <a:ext cx="5734850" cy="541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344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E746AF-CDB5-1A4A-B74B-D0AB561FCD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180" y="780680"/>
            <a:ext cx="5839640" cy="5296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1410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FB8A7A-CFBF-5967-17FE-E2F62E9442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1417" y="894996"/>
            <a:ext cx="5849166" cy="5068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7995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F1AB7F-B436-DEB7-03AB-FC636D7A3B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2364" y="842601"/>
            <a:ext cx="5887272" cy="5172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0076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894556-1DC1-A504-8191-239B24151C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5706" y="604443"/>
            <a:ext cx="5820587" cy="5649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3502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D779D-F8B2-3F4F-81A0-B6076C242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48ABE3-A939-A66E-1AD0-940D9A56EB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7080" y="0"/>
            <a:ext cx="53378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1807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F38DA-078C-0A5B-DA7E-013A6CE7E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7FA932-BA90-CC9D-D488-481C8CD39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9454" y="0"/>
            <a:ext cx="52130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7224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7577A-56EC-8199-D085-EB7FCCD1E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652BC2-ACE0-F6F6-74CD-545E5EC56A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8043" y="0"/>
            <a:ext cx="47959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8145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E314A-FE7E-876F-9B9F-5CD07ADDF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5E0EC6-0EE1-5328-1A82-E5B27BFED2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8424" y="0"/>
            <a:ext cx="47951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3983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BB6E98-C0EB-0B25-F53D-562FE8D197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544" y="0"/>
            <a:ext cx="4804474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E4260EA-F63A-CC69-363C-EB2AFD9F98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9054" y="0"/>
            <a:ext cx="48414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1536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B48DCDB-92BB-D57A-99AF-15CDD0BEA6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300" y="0"/>
            <a:ext cx="48013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1030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927D67-FCDD-D3FA-9DFC-7A3A66E826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0397" y="0"/>
            <a:ext cx="47912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1553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0E44EC-EE90-E781-7420-AAFBE14FF9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8318" y="0"/>
            <a:ext cx="48353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8456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92A269-5778-2D07-367A-4686606B49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6632" y="0"/>
            <a:ext cx="471873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629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4C45A1-70F1-671F-553E-E3F4111960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0469" y="547285"/>
            <a:ext cx="5811061" cy="5763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556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30FCF8-8236-8257-0B54-443150F67E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7273" y="0"/>
            <a:ext cx="47974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7299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413451-60D4-9E95-FEBC-42127FABEF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6870" y="0"/>
            <a:ext cx="47982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5915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58086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0</Words>
  <Application>Microsoft Office PowerPoint</Application>
  <PresentationFormat>Widescreen</PresentationFormat>
  <Paragraphs>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 Kost</dc:creator>
  <cp:lastModifiedBy>Dan Kost</cp:lastModifiedBy>
  <cp:revision>6</cp:revision>
  <dcterms:created xsi:type="dcterms:W3CDTF">2026-01-31T16:58:49Z</dcterms:created>
  <dcterms:modified xsi:type="dcterms:W3CDTF">2026-01-31T18:49:52Z</dcterms:modified>
</cp:coreProperties>
</file>